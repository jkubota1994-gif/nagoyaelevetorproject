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360000"/>
            <a:ext cx="684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b="1" sz="3200"/>
            </a:pPr>
            <a:r>
              <a:t>名古屋市営地下鉄エレベーターマップ</a:t>
            </a:r>
          </a:p>
          <a:p>
            <a:pPr algn="ctr">
              <a:defRPr sz="1600"/>
            </a:pPr>
            <a:r>
              <a:t>〜 誰もがスムーズに移動できる街へ 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1440000"/>
            <a:ext cx="32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800"/>
            </a:pPr>
            <a:r>
              <a:t>■ 主な機能</a:t>
            </a:r>
          </a:p>
          <a:p>
            <a:pPr>
              <a:defRPr sz="1200"/>
            </a:pPr>
            <a:r>
              <a:t>・エレベーター位置の可視化</a:t>
            </a:r>
          </a:p>
          <a:p>
            <a:pPr>
              <a:defRPr sz="1200"/>
            </a:pPr>
            <a:r>
              <a:t>・バリアフリールート検索</a:t>
            </a:r>
          </a:p>
          <a:p>
            <a:pPr>
              <a:defRPr sz="1200"/>
            </a:pPr>
            <a:r>
              <a:t>・リアルタイム次発案内</a:t>
            </a:r>
          </a:p>
          <a:p>
            <a:pPr>
              <a:defRPr sz="1200"/>
            </a:pPr>
            <a:r>
              <a:t>・最新のOSM地図データ連携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60000" y="1440000"/>
            <a:ext cx="32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800"/>
            </a:pPr>
            <a:r>
              <a:t>■ 使い方</a:t>
            </a:r>
          </a:p>
          <a:p>
            <a:pPr>
              <a:defRPr sz="1200"/>
            </a:pPr>
            <a:r>
              <a:t>1. マップのピンで情報を確認</a:t>
            </a:r>
          </a:p>
          <a:p>
            <a:pPr>
              <a:defRPr sz="1200"/>
            </a:pPr>
            <a:r>
              <a:t>2. 目的地を入力してルート検索</a:t>
            </a:r>
          </a:p>
          <a:p>
            <a:pPr>
              <a:defRPr sz="1200"/>
            </a:pPr>
            <a:r>
              <a:t>3. バリアフリールートで移動</a:t>
            </a:r>
          </a:p>
          <a:p>
            <a:pPr>
              <a:defRPr sz="1200"/>
            </a:pPr>
            <a:r>
              <a:t>4. 駅パネルで時刻表をチェック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3960000"/>
            <a:ext cx="684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800"/>
            </a:pPr>
            <a:r>
              <a:t>■ プロジェクトの作り方</a:t>
            </a:r>
          </a:p>
          <a:p>
            <a:pPr>
              <a:defRPr sz="1200"/>
            </a:pPr>
            <a:r>
              <a:t>・データの収集: 名古屋市交通局のオープンデータ（Excel/ZIP）を活用。</a:t>
            </a:r>
          </a:p>
          <a:p>
            <a:pPr>
              <a:defRPr sz="1200"/>
            </a:pPr>
            <a:r>
              <a:t>・データ加工: Pythonで座標や時刻表データをJSON形式に自動変換。</a:t>
            </a:r>
          </a:p>
          <a:p>
            <a:pPr>
              <a:defRPr sz="1200"/>
            </a:pPr>
            <a:r>
              <a:t>・フロントエンド: Mapbox GL JS を採用し、高速な地図描画を実現。</a:t>
            </a:r>
          </a:p>
          <a:p>
            <a:pPr>
              <a:defRPr sz="1200"/>
            </a:pPr>
            <a:r>
              <a:t>・ルートエンジン: OSRM API を自前で構成し、徒歩ルート計算を最適化。</a:t>
            </a:r>
          </a:p>
        </p:txBody>
      </p:sp>
      <p:pic>
        <p:nvPicPr>
          <p:cNvPr id="6" name="Picture 5" descr="github_pages_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0000" y="6480000"/>
            <a:ext cx="2160000" cy="216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0000" y="8820000"/>
            <a:ext cx="684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400"/>
            </a:pPr>
            <a:r>
              <a:t>アクセスはこちらから：</a:t>
            </a:r>
            <a:br/>
            <a:r>
              <a:t>https://jkubota1994-gif.github.io/Nagoyaelevetorproject/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