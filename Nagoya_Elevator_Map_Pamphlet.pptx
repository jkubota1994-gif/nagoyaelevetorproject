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名古屋市営地下鉄エレベーターマップ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誰もがスムーズに移動できる街へ</a:t>
            </a:r>
          </a:p>
          <a:p>
            <a:r>
              <a:t>プロジェクト紹介パンフレット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主な機能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🚇 エレベーター位置の可視化: 駅周辺のエレベーター設置場所をピンで表示。</a:t>
            </a:r>
          </a:p>
          <a:p>
            <a:pPr/>
            <a:r>
              <a:t>🚶 バリアフリールート検索: 車椅子やベビーカーでも安心なルートを提案。</a:t>
            </a:r>
          </a:p>
          <a:p>
            <a:pPr/>
            <a:r>
              <a:t>🕒 リアルタイム次発案内: 駅パネルから直近の列車出発時刻を確認可能。</a:t>
            </a:r>
          </a:p>
          <a:p>
            <a:pPr/>
            <a:r>
              <a:t>🛰️ 最新の地図連携: OSRM &amp; Nominatim を使用した正確な地理情報。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使い方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マップ上のピンをタップして、エレベーターの詳細情報を確認します。</a:t>
            </a:r>
          </a:p>
          <a:p>
            <a:pPr/>
            <a:r>
              <a:t>2. 検索バーに目的地や駅名を入力して、ルートを検索します。</a:t>
            </a:r>
          </a:p>
          <a:p>
            <a:pPr/>
            <a:r>
              <a:t>3. 提案されたバリアフリールートに従って、安心して移動できます。</a:t>
            </a:r>
          </a:p>
          <a:p>
            <a:pPr/>
            <a:r>
              <a:t>4. 駅パネルからは、次に発車する列車の時刻も一目でわかります。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プロジェクトの作り方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データの収集: 名古屋市交通局のオープンデータやExcel資料から駅・エレベーター情報を抽出。</a:t>
            </a:r>
          </a:p>
          <a:p>
            <a:pPr/>
            <a:r>
              <a:t>2. データ加工: Pythonスクリプトを使用し、JSON形式に変換・統合。</a:t>
            </a:r>
          </a:p>
          <a:p>
            <a:pPr/>
            <a:r>
              <a:t>3. フロントエンド開発: Mapbox GL JS を使用し、直感的でレスポンシブな地図UIを構築。</a:t>
            </a:r>
          </a:p>
          <a:p>
            <a:pPr/>
            <a:r>
              <a:t>4. ルートエンジン連携: OSRM API を活用し、徒歩やバリアフリーに特化した経路計算を実装。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4400"/>
            </a:pPr>
            <a:r>
              <a:t>今すぐアクセス！</a:t>
            </a:r>
          </a:p>
        </p:txBody>
      </p:sp>
      <p:pic>
        <p:nvPicPr>
          <p:cNvPr id="3" name="Picture 2" descr="github_pages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/>
            </a:pPr>
            <a:r>
              <a:t>https://jkubota1994-gif.github.io/Nagoyaelevetorproject/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