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1805" y="-1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4185" y="180000"/>
            <a:ext cx="689163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rPr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名古屋市営地下鉄エレベーターマップ</a:t>
            </a:r>
            <a:endParaRPr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>
              <a:defRPr sz="1600"/>
            </a:pPr>
            <a:r>
              <a:rPr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〜 </a:t>
            </a:r>
            <a:r>
              <a:rPr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お出かけをもっと自由に、もっとスムーズに</a:t>
            </a:r>
            <a:r>
              <a:rPr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44126" y="1775895"/>
            <a:ext cx="4030332" cy="5421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just">
              <a:defRPr sz="2200" b="1"/>
            </a:pPr>
            <a:r>
              <a:rPr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 </a:t>
            </a:r>
            <a:r>
              <a:rPr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詳しい使い方</a:t>
            </a:r>
            <a:r>
              <a:rPr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】</a:t>
            </a:r>
          </a:p>
          <a:p>
            <a:pPr algn="just">
              <a:spcBef>
                <a:spcPts val="1000"/>
              </a:spcBef>
              <a:defRPr sz="1600" b="1"/>
            </a:pPr>
            <a:r>
              <a:rPr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 </a:t>
            </a:r>
            <a:r>
              <a:rPr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駅名や目的地で検索</a:t>
            </a:r>
            <a:endParaRPr 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just">
              <a:spcBef>
                <a:spcPts val="1000"/>
              </a:spcBef>
              <a:defRPr sz="1600" b="1"/>
            </a:pPr>
            <a:endParaRPr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just">
              <a:spcAft>
                <a:spcPts val="500"/>
              </a:spcAft>
              <a:defRPr sz="1200"/>
            </a:pPr>
            <a:r>
              <a:rPr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画面上部の検索バーに目的地や駅名を入力。候補から選ぶだけで、地図がその場所にジャンプします</a:t>
            </a:r>
            <a:r>
              <a:rPr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。</a:t>
            </a:r>
            <a:endParaRPr 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just">
              <a:spcAft>
                <a:spcPts val="500"/>
              </a:spcAft>
              <a:defRPr sz="1200"/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また、右側のボタンを押した後、出発地、目的地をタップしてください。また、現在地ボタンをタップすると、現在地を読み取って出発地としていできます。</a:t>
            </a:r>
            <a:endParaRPr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just">
              <a:spcBef>
                <a:spcPts val="1000"/>
              </a:spcBef>
              <a:defRPr sz="1600" b="1"/>
            </a:pPr>
            <a:r>
              <a:rPr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 </a:t>
            </a:r>
            <a:r>
              <a:rPr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エレベーター情報をチェック</a:t>
            </a:r>
            <a:endParaRPr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just">
              <a:spcAft>
                <a:spcPts val="500"/>
              </a:spcAft>
              <a:defRPr sz="1200"/>
            </a:pPr>
            <a:r>
              <a:rPr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地図上の「青いピン」をタップ</a:t>
            </a:r>
            <a:r>
              <a:rPr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！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駅名とエレベーターを確認し、「出発地・現在地からのルートを</a:t>
            </a:r>
            <a:r>
              <a:rPr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検索」ボタンか「ここから到着地へのルートを検索」をタップ！</a:t>
            </a:r>
            <a:endParaRPr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just">
              <a:spcBef>
                <a:spcPts val="1000"/>
              </a:spcBef>
              <a:defRPr sz="1600" b="1"/>
            </a:pPr>
            <a:r>
              <a:rPr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③ </a:t>
            </a:r>
            <a:r>
              <a:rPr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バリアフリールートを検索</a:t>
            </a:r>
            <a:endParaRPr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just">
              <a:spcAft>
                <a:spcPts val="500"/>
              </a:spcAft>
              <a:defRPr sz="1200"/>
            </a:pPr>
            <a:r>
              <a:rPr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</a:t>
            </a:r>
            <a:r>
              <a:rPr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ルート検索」ボタンから目的地を設定。階段を使わない、エレベーター優先の安心な経路を自動で計算して表示します</a:t>
            </a:r>
            <a:r>
              <a:rPr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。</a:t>
            </a:r>
          </a:p>
          <a:p>
            <a:pPr algn="just">
              <a:spcBef>
                <a:spcPts val="1000"/>
              </a:spcBef>
              <a:defRPr sz="1600" b="1"/>
            </a:pPr>
            <a:r>
              <a:rPr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④ </a:t>
            </a:r>
            <a:r>
              <a:rPr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駅パネルで次発時刻を確認</a:t>
            </a:r>
            <a:endParaRPr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just">
              <a:spcAft>
                <a:spcPts val="500"/>
              </a:spcAft>
              <a:defRPr sz="1200"/>
            </a:pPr>
            <a:r>
              <a:rPr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駅名をタップすると表示されるパネルから、次に発車する列車の時刻をリアルタイムでチェック。待ち時間を最小限に</a:t>
            </a:r>
            <a:r>
              <a:rPr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。</a:t>
            </a:r>
          </a:p>
        </p:txBody>
      </p:sp>
      <p:pic>
        <p:nvPicPr>
          <p:cNvPr id="5" name="Picture 4" descr="github_pages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892" y="8388226"/>
            <a:ext cx="1980000" cy="198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26357" y="8447068"/>
            <a:ext cx="4710255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 sz="16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今すぐアクセスして便利さを体験してください</a:t>
            </a:r>
            <a:r>
              <a:rPr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！</a:t>
            </a:r>
            <a:endParaRPr lang="en-US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defRPr sz="1800" b="1"/>
            </a:pPr>
            <a:endParaRPr lang="en-US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defRPr sz="1800" b="1"/>
            </a:pP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右の</a:t>
            </a:r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QR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コードをスマートフォンのカメラで読み込んでください！</a:t>
            </a:r>
            <a:endParaRPr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br>
              <a:rPr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URL: https://jkubota1994-gif.github.io/Nagoyaelevetorproject/</a:t>
            </a:r>
            <a:endParaRPr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141</Words>
  <Application>Microsoft Office PowerPoint</Application>
  <PresentationFormat>ユーザー設定</PresentationFormat>
  <Paragraphs>18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BIZ UDPゴシック</vt:lpstr>
      <vt:lpstr>Arial</vt:lpstr>
      <vt:lpstr>Calibri</vt:lpstr>
      <vt:lpstr>Office Theme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Junpei Kubota</dc:creator>
  <cp:keywords/>
  <dc:description>generated using python-pptx</dc:description>
  <cp:lastModifiedBy>Junpei Kubota</cp:lastModifiedBy>
  <cp:revision>2</cp:revision>
  <dcterms:created xsi:type="dcterms:W3CDTF">2013-01-27T09:14:16Z</dcterms:created>
  <dcterms:modified xsi:type="dcterms:W3CDTF">2026-03-23T13:03:53Z</dcterms:modified>
  <cp:category/>
</cp:coreProperties>
</file>