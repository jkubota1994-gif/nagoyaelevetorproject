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0" d="100"/>
          <a:sy n="80" d="100"/>
        </p:scale>
        <p:origin x="1805" y="-22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4185" y="323587"/>
            <a:ext cx="6891630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名古屋市営地下鉄エレベーターマップ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>
              <a:defRPr sz="1600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〜 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お出かけをもっと自由に、もっとスムーズに</a:t>
            </a: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0776" y="2471538"/>
            <a:ext cx="4030332" cy="54861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000"/>
              </a:spcBef>
              <a:defRPr sz="1600" b="1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① 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駅名や目的地で検索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Bef>
                <a:spcPts val="1000"/>
              </a:spcBef>
              <a:defRPr sz="1600" b="1"/>
            </a:pP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画面上部の検索バーに目的地や駅名を入力。候補から選ぶだけで、地図がその場所にジャンプします</a:t>
            </a: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。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また、右側のボタンを押した後、出発地、目的地をタップしてください。また、現在地ボタンをタップすると、現在地を読み取って出発地としていできます。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>
              <a:spcBef>
                <a:spcPts val="1000"/>
              </a:spcBef>
              <a:defRPr sz="1600" b="1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② 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エレベーター情報をチェック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Bef>
                <a:spcPts val="1000"/>
              </a:spcBef>
              <a:defRPr sz="1600" b="1"/>
            </a:pP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地図上の「青いピン」をタップ</a:t>
            </a: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！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駅名とエレベーターを確認し、「出発地・現在地からのルートを検索」ボタンか「ここから到着地へのルートを検索」をタップ！</a:t>
            </a:r>
            <a:endParaRPr lang="en-US" altLang="ja-JP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また、絵パネルから次の電車までの時間も確認しましょう！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>
              <a:spcBef>
                <a:spcPts val="1000"/>
              </a:spcBef>
              <a:defRPr sz="1600" b="1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③ 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バリアフリールートを検索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Bef>
                <a:spcPts val="1000"/>
              </a:spcBef>
              <a:defRPr sz="1600" b="1"/>
            </a:pP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ルート検索」ボタンから目的地を設定。階段を使わない、エレベーター優先の安心な経路を自動で計算して表示します</a:t>
            </a: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。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また、道順とタクシーでの料金の概算を出してくれるので、どのようにいいくかを決めましょう！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タクシーを呼ぶ場合、タクシー会社のボタンをタップするとタクシー会社の電話することができます！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Picture 4" descr="github_pages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3701" y="8318841"/>
            <a:ext cx="2119617" cy="21196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26357" y="8447068"/>
            <a:ext cx="4710255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rPr sz="1600"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今すぐアクセスして便利さを体験してください</a:t>
            </a:r>
            <a:r>
              <a:rPr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！</a:t>
            </a:r>
            <a:endParaRPr 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defRPr sz="1800" b="1"/>
            </a:pPr>
            <a:endParaRPr 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defRPr sz="1800" b="1"/>
            </a:pPr>
            <a:r>
              <a:rPr lang="ja-JP" altLang="en-US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右の</a:t>
            </a:r>
            <a:r>
              <a:rPr lang="en-US" altLang="ja-JP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QR</a:t>
            </a:r>
            <a:r>
              <a:rPr lang="ja-JP" altLang="en-US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コードをスマートフォンのカメラで読み込んでください！</a:t>
            </a:r>
            <a:endParaRPr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b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URL: https://jkubota1994-gif.github.io/Nagoyaelevetorproject/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406728-971B-46CC-98BD-C9B1743D4531}"/>
              </a:ext>
            </a:extLst>
          </p:cNvPr>
          <p:cNvSpPr txBox="1"/>
          <p:nvPr/>
        </p:nvSpPr>
        <p:spPr>
          <a:xfrm>
            <a:off x="1795463" y="1341816"/>
            <a:ext cx="37814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/>
            </a:pPr>
            <a:r>
              <a:rPr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 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詳しい使い方 </a:t>
            </a:r>
            <a:r>
              <a:rPr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195</Words>
  <Application>Microsoft Office PowerPoint</Application>
  <PresentationFormat>ユーザー設定</PresentationFormat>
  <Paragraphs>19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BIZ UDPゴシック</vt:lpstr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Junpei Kubota</dc:creator>
  <cp:keywords/>
  <dc:description>generated using python-pptx</dc:description>
  <cp:lastModifiedBy>Junpei Kubota</cp:lastModifiedBy>
  <cp:revision>4</cp:revision>
  <dcterms:created xsi:type="dcterms:W3CDTF">2013-01-27T09:14:16Z</dcterms:created>
  <dcterms:modified xsi:type="dcterms:W3CDTF">2026-03-23T13:14:40Z</dcterms:modified>
  <cp:category/>
</cp:coreProperties>
</file>