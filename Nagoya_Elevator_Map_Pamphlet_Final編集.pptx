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297" autoAdjust="0"/>
  </p:normalViewPr>
  <p:slideViewPr>
    <p:cSldViewPr snapToGrid="0" snapToObjects="1">
      <p:cViewPr>
        <p:scale>
          <a:sx n="50" d="100"/>
          <a:sy n="50" d="100"/>
        </p:scale>
        <p:origin x="2520" y="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4185" y="323587"/>
            <a:ext cx="6891630" cy="83099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名古屋市営地下鉄エレベーターマップ</a:t>
            </a: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>
              <a:defRPr sz="1600"/>
            </a:pP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〜 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お出かけをもっと自由に、もっとスムーズに</a:t>
            </a: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0776" y="2471538"/>
            <a:ext cx="4030332" cy="54861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000"/>
              </a:spcBef>
              <a:defRPr sz="1600" b="1"/>
            </a:pP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① 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駅名や目的地で検索</a:t>
            </a:r>
            <a:endParaRPr 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Bef>
                <a:spcPts val="1000"/>
              </a:spcBef>
              <a:defRPr sz="1600" b="1"/>
            </a:pP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画面上部の検索バーに</a:t>
            </a: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出発地・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目的地や駅名を入力。候補から選ぶだけで、地図がその場所にジャンプします</a:t>
            </a: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。</a:t>
            </a:r>
            <a:endParaRPr 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また、右側のボタンを押した後、出発地、目的地をタップしてください。また、現在地ボタンをタップすると、現在地を読み取って出発地としていできます。</a:t>
            </a: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>
              <a:spcBef>
                <a:spcPts val="1000"/>
              </a:spcBef>
              <a:defRPr sz="1600" b="1"/>
            </a:pP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② 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エレベーター情報をチェック</a:t>
            </a:r>
            <a:endParaRPr 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Bef>
                <a:spcPts val="1000"/>
              </a:spcBef>
              <a:defRPr sz="1600" b="1"/>
            </a:pP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地図上の</a:t>
            </a: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</a:t>
            </a: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赤い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ピン」をタップ</a:t>
            </a: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！</a:t>
            </a: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駅名とエレベーターを確認し、「出発地・現在地からのルートを検索」ボタンか「ここから到着地へのルートを検索」をタップ！</a:t>
            </a:r>
            <a:endParaRPr lang="en-US" altLang="ja-JP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また、パネルから次の電車までの時間も確認しましょう！</a:t>
            </a: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ctr">
              <a:spcBef>
                <a:spcPts val="1000"/>
              </a:spcBef>
              <a:defRPr sz="1600" b="1"/>
            </a:pP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③ 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バリアフリールートを検索</a:t>
            </a:r>
            <a:endParaRPr 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Bef>
                <a:spcPts val="1000"/>
              </a:spcBef>
              <a:defRPr sz="1600" b="1"/>
            </a:pP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「</a:t>
            </a:r>
            <a:r>
              <a:rPr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ルート検索」ボタンから目的地を設定。階段を使わない、エレベーター優先の安心な経路を自動で計算して表示します</a:t>
            </a:r>
            <a: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。</a:t>
            </a: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また、道順とタクシーでの料金の概算を出してくれるので、どのようにいいくかを決めましょう！</a:t>
            </a:r>
            <a:endParaRPr lang="en-US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just">
              <a:spcAft>
                <a:spcPts val="500"/>
              </a:spcAft>
              <a:defRPr sz="1200"/>
            </a:pP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タクシーを呼ぶ場合、タクシー会社のボタンをタップするとタクシー会社の電話することができます！</a:t>
            </a: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pic>
        <p:nvPicPr>
          <p:cNvPr id="5" name="Picture 4" descr="github_pages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3701" y="8318841"/>
            <a:ext cx="2119617" cy="21196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26357" y="8447068"/>
            <a:ext cx="4710255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/>
            </a:pPr>
            <a:r>
              <a:rPr sz="1600" dirty="0" err="1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今すぐアクセスして便利さを体験してください</a:t>
            </a:r>
            <a:r>
              <a:rPr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！</a:t>
            </a:r>
            <a:endParaRPr lang="en-US"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defRPr sz="1800" b="1"/>
            </a:pPr>
            <a:endParaRPr lang="en-US"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>
              <a:defRPr sz="1800" b="1"/>
            </a:pPr>
            <a:r>
              <a:rPr lang="ja-JP" altLang="en-US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右の</a:t>
            </a:r>
            <a:r>
              <a:rPr lang="en-US" altLang="ja-JP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QR</a:t>
            </a:r>
            <a:r>
              <a:rPr lang="ja-JP" altLang="en-US" sz="16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コードをスマートフォンのカメラで読み込んでください！</a:t>
            </a:r>
            <a:endParaRPr sz="1600"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br>
              <a:rPr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</a:br>
            <a:r>
              <a:rPr sz="1200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URL: https://jkubota1994-gif.github.io/Nagoyaelevetorproject/</a:t>
            </a:r>
            <a:endParaRPr dirty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7406728-971B-46CC-98BD-C9B1743D4531}"/>
              </a:ext>
            </a:extLst>
          </p:cNvPr>
          <p:cNvSpPr txBox="1"/>
          <p:nvPr/>
        </p:nvSpPr>
        <p:spPr>
          <a:xfrm>
            <a:off x="1795463" y="1341816"/>
            <a:ext cx="3781424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/>
            </a:pPr>
            <a:r>
              <a:rPr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【 </a:t>
            </a:r>
            <a:r>
              <a:rPr lang="ja-JP" altLang="en-US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詳しい使い方 </a:t>
            </a:r>
            <a:r>
              <a:rPr lang="en-US" altLang="ja-JP" dirty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】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534DFF3-6E97-1C58-5A6E-BE110D6CDE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566"/>
          <a:stretch>
            <a:fillRect/>
          </a:stretch>
        </p:blipFill>
        <p:spPr>
          <a:xfrm>
            <a:off x="792480" y="1959935"/>
            <a:ext cx="1831377" cy="2913157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65F5400-6CEC-C70C-55DB-7DA099FFD4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120"/>
          <a:stretch>
            <a:fillRect/>
          </a:stretch>
        </p:blipFill>
        <p:spPr>
          <a:xfrm>
            <a:off x="683811" y="5066891"/>
            <a:ext cx="2033158" cy="2908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199</Words>
  <Application>Microsoft Office PowerPoint</Application>
  <PresentationFormat>ユーザー設定</PresentationFormat>
  <Paragraphs>19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BIZ UDPゴシック</vt:lpstr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Junpei Kubota</dc:creator>
  <cp:keywords/>
  <dc:description>generated using python-pptx</dc:description>
  <cp:lastModifiedBy>Junpei Kubota</cp:lastModifiedBy>
  <cp:revision>5</cp:revision>
  <dcterms:created xsi:type="dcterms:W3CDTF">2013-01-27T09:14:16Z</dcterms:created>
  <dcterms:modified xsi:type="dcterms:W3CDTF">2026-03-24T12:51:19Z</dcterms:modified>
  <cp:category/>
</cp:coreProperties>
</file>