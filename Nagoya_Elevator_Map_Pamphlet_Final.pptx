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68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200"/>
            </a:pPr>
            <a:r>
              <a:t>名古屋市営地下鉄エレベーターマップ</a:t>
            </a:r>
          </a:p>
          <a:p>
            <a:pPr algn="ctr">
              <a:defRPr sz="1600"/>
            </a:pPr>
            <a:r>
              <a:t>〜 お出かけをもっと自由に、もっとスムーズに 〜</a:t>
            </a:r>
          </a:p>
        </p:txBody>
      </p:sp>
      <p:pic>
        <p:nvPicPr>
          <p:cNvPr id="3" name="Picture 2" descr="elevator_map_app_mockup_17742689235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" y="1080000"/>
            <a:ext cx="4320000" cy="28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0000" y="4140000"/>
            <a:ext cx="68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2200"/>
            </a:pPr>
            <a:r>
              <a:t>【 詳しい使い方 】</a:t>
            </a:r>
          </a:p>
          <a:p>
            <a:pPr>
              <a:spcBef>
                <a:spcPts val="1000"/>
              </a:spcBef>
              <a:defRPr b="1" sz="1600"/>
            </a:pPr>
            <a:r>
              <a:t>① 駅名や目的地で検索</a:t>
            </a:r>
          </a:p>
          <a:p>
            <a:pPr>
              <a:spcAft>
                <a:spcPts val="500"/>
              </a:spcAft>
              <a:defRPr sz="1200"/>
            </a:pPr>
            <a:r>
              <a:t>画面上部の検索バーに目的地や駅名を入力。候補から選ぶだけで、地図がその場所にジャンプします。</a:t>
            </a:r>
          </a:p>
          <a:p>
            <a:pPr>
              <a:spcBef>
                <a:spcPts val="1000"/>
              </a:spcBef>
              <a:defRPr b="1" sz="1600"/>
            </a:pPr>
            <a:r>
              <a:t>② エレベーター情報をチェック</a:t>
            </a:r>
          </a:p>
          <a:p>
            <a:pPr>
              <a:spcAft>
                <a:spcPts val="500"/>
              </a:spcAft>
              <a:defRPr sz="1200"/>
            </a:pPr>
            <a:r>
              <a:t>地図上の「青いピン」をタップ！そのエレベーターが「地上⇔改札」か「改札⇔ホーム」かなど、詳細な接続情報を確認できます。</a:t>
            </a:r>
          </a:p>
          <a:p>
            <a:pPr>
              <a:spcBef>
                <a:spcPts val="1000"/>
              </a:spcBef>
              <a:defRPr b="1" sz="1600"/>
            </a:pPr>
            <a:r>
              <a:t>③ バリアフリールートを検索</a:t>
            </a:r>
          </a:p>
          <a:p>
            <a:pPr>
              <a:spcAft>
                <a:spcPts val="500"/>
              </a:spcAft>
              <a:defRPr sz="1200"/>
            </a:pPr>
            <a:r>
              <a:t>「ルート検索」ボタンから目的地を設定。階段を使わない、エレベーター優先の安心な経路を自動で計算して表示します。</a:t>
            </a:r>
          </a:p>
          <a:p>
            <a:pPr>
              <a:spcBef>
                <a:spcPts val="1000"/>
              </a:spcBef>
              <a:defRPr b="1" sz="1600"/>
            </a:pPr>
            <a:r>
              <a:t>④ 駅パネルで次発時刻を確認</a:t>
            </a:r>
          </a:p>
          <a:p>
            <a:pPr>
              <a:spcAft>
                <a:spcPts val="500"/>
              </a:spcAft>
              <a:defRPr sz="1200"/>
            </a:pPr>
            <a:r>
              <a:t>駅名をタップすると表示されるパネルから、次に発車する列車の時刻をリアルタイムでチェック。待ち時間を最小限に。</a:t>
            </a:r>
          </a:p>
        </p:txBody>
      </p:sp>
      <p:pic>
        <p:nvPicPr>
          <p:cNvPr id="5" name="Picture 4" descr="github_pages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0" y="8100000"/>
            <a:ext cx="1980000" cy="19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8460000"/>
            <a:ext cx="432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今すぐアクセスして</a:t>
            </a:r>
            <a:br/>
            <a:r>
              <a:t>便利さを体験してください！</a:t>
            </a:r>
          </a:p>
          <a:p>
            <a:br/>
            <a:pPr>
              <a:defRPr sz="1100"/>
            </a:pPr>
            <a:r>
              <a:t>URL: https://jkubota1994-gif.github.io/Nagoyaelevetorproject/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